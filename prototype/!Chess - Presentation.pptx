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2" r:id="rId5"/>
    <p:sldId id="271" r:id="rId6"/>
    <p:sldId id="274" r:id="rId7"/>
    <p:sldId id="265" r:id="rId8"/>
    <p:sldId id="275" r:id="rId9"/>
    <p:sldId id="266" r:id="rId10"/>
    <p:sldId id="267" r:id="rId11"/>
    <p:sldId id="268" r:id="rId12"/>
    <p:sldId id="269" r:id="rId13"/>
    <p:sldId id="260" r:id="rId14"/>
    <p:sldId id="261" r:id="rId15"/>
    <p:sldId id="276" r:id="rId16"/>
    <p:sldId id="262" r:id="rId17"/>
  </p:sldIdLst>
  <p:sldSz cx="12192000" cy="6858000"/>
  <p:notesSz cx="6858000" cy="9144000"/>
  <p:embeddedFontLst>
    <p:embeddedFont>
      <p:font typeface="Retro Gaming" panose="00000400000000000000" pitchFamily="2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1D18547-4CF1-8D0D-FDFF-A967A5ADC422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Retro Gaming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F276DF-EC2F-327E-DA2B-00C10F916F10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Retro Gaming" pitchFamily="2"/>
              </a:defRPr>
            </a:lvl1pPr>
          </a:lstStyle>
          <a:p>
            <a:pPr lvl="0"/>
            <a:fld id="{FE1AF599-D92B-456E-B83E-AEA980739DFA}" type="datetime1">
              <a:rPr lang="en-GB"/>
              <a:pPr lvl="0"/>
              <a:t>25/04/2026</a:t>
            </a:fld>
            <a:endParaRPr lang="en-GB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B6B8A66-2FAA-C734-90D7-F9ED286904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D0832BC-17B0-5067-166E-7560B485BDC6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69453-0E86-4421-2F36-93A191237E4D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Retro Gaming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84B47-70CD-0EB1-1968-344EA81627A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Retro Gaming" pitchFamily="2"/>
              </a:defRPr>
            </a:lvl1pPr>
          </a:lstStyle>
          <a:p>
            <a:pPr lvl="0"/>
            <a:fld id="{2D79DAA5-6743-4005-900F-ACD774EAD0E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2410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GB" sz="1200" b="0" i="0" u="none" strike="noStrike" kern="1200" cap="none" spc="0" baseline="0">
        <a:solidFill>
          <a:srgbClr val="000000"/>
        </a:solidFill>
        <a:uFillTx/>
        <a:latin typeface="Retro Gaming" pitchFamily="2"/>
      </a:defRPr>
    </a:lvl1pPr>
    <a:lvl2pPr marL="0" marR="0" lvl="1" indent="0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GB" sz="1800" b="0" i="0" u="none" strike="noStrike" kern="0" cap="none" spc="0" baseline="0">
        <a:solidFill>
          <a:srgbClr val="000000"/>
        </a:solidFill>
        <a:uFillTx/>
      </a:defRPr>
    </a:lvl2pPr>
    <a:lvl3pPr marL="0" marR="0" lvl="2" indent="0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GB" sz="1800" b="0" i="0" u="none" strike="noStrike" kern="0" cap="none" spc="0" baseline="0">
        <a:solidFill>
          <a:srgbClr val="000000"/>
        </a:solidFill>
        <a:uFillTx/>
      </a:defRPr>
    </a:lvl3pPr>
    <a:lvl4pPr marL="0" marR="0" lvl="3" indent="0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GB" sz="1800" b="0" i="0" u="none" strike="noStrike" kern="0" cap="none" spc="0" baseline="0">
        <a:solidFill>
          <a:srgbClr val="000000"/>
        </a:solidFill>
        <a:uFillTx/>
      </a:defRPr>
    </a:lvl4pPr>
    <a:lvl5pPr marL="0" marR="0" lvl="4" indent="0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GB" sz="1800" b="0" i="0" u="none" strike="noStrike" kern="0" cap="none" spc="0" baseline="0">
        <a:solidFill>
          <a:srgbClr val="000000"/>
        </a:solidFill>
        <a:uFillTx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FC1FD1-2045-0B49-F4CF-3A2B66346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3FC1B8-5CBF-A33B-52A8-574E61DB727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A4769-0678-10CD-69D6-BD9B4F71CFCE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F46C394-0E64-4146-819B-558ABCB7978A}" type="slidenum">
              <a:t>2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Retro Gaming" pitchFamily="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EEA65C-7C52-0016-CA80-BDF72E3569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D2E346-86B9-6AF9-2184-3A752EFEC2C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B7D1B-6D2F-836E-3CCD-B14F655930CD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AF664B6-7E3D-4F4E-B161-FCC50D10F2F9}" type="slidenum">
              <a:t>3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Retro Gaming" pitchFamily="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0A6CA5-6A48-49EF-E3C0-FAE2AAD466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6BF59E-3A0D-EC62-82CD-22A985E7F5A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A32F7-CDEF-F754-FD93-5647AB2CA66F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CA82846-66F8-40B8-A41B-571749BC6E1D}" type="slidenum">
              <a:t>4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Retro Gaming" pitchFamily="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D01E3B-81AB-DB34-92F0-558531774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E2BDD1-83F9-57FC-B558-87F811356BC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25997-1CDD-A736-6282-8E37F0C90188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5D22E9B-09F9-4069-BF3F-E17794088B3B}" type="slidenum">
              <a:t>6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Retro Gaming" pitchFamily="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031BF-67A8-46A7-36BF-422439F42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CD276D-E566-BA29-D51D-F286D84A513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GB" dirty="0"/>
              <a:t>GONNA trim these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2DCD9-B418-D07D-5FC0-E6278542D73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DCD40BE-F7C5-4A53-9716-AA701ABE977F}" type="slidenum">
              <a:t>8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Retro Gaming" pitchFamily="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558F71-5429-36D8-DACA-A29E24D46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7AA405-18CA-B728-4563-E3B41F84BFA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GB"/>
              <a:t>Editei isto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BD832-C076-6430-594A-3275B7046D39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E514806-63E4-4B93-82B4-25AE6D52D37C}" type="slidenum">
              <a:t>10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Retro Gaming" pitchFamily="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985EBD-3F87-9553-79FB-2A601AF6C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DFEAF3-7DB4-7C58-0A94-FF318E9510D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GB"/>
              <a:t>Ainda tenho tanto que fazer ;.; btw o background….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E91B2-E2A4-2462-BC7E-3B2857D9675A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DD54954-6EB4-4197-B524-263DE68417C7}" type="slidenum">
              <a:t>11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Retro Gaming" pitchFamily="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F562B-DA87-14A4-7F50-0D68B8143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5150EB-4BD1-FC4C-9682-85F960BC5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FBA857-13BD-22C1-75AB-64163785A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;-;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9FA81-601D-8AD7-2D56-116792B48C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2D79DAA5-6743-4005-900F-ACD774EAD0E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89536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;-;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2D79DAA5-6743-4005-900F-ACD774EAD0E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45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4A0E8-46B2-37DE-D2D7-0801577AA9B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534571-81B5-573E-F170-48E56361A27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EFA98-1E2F-9AA7-5254-4CBBB27B23B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52BB30A-A850-4D3E-9AF8-2A4E0B8FB762}" type="datetime1">
              <a:rPr lang="en-GB"/>
              <a:pPr lvl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DBCF5-E4FD-BA40-3840-BB4A6700185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2CE7C-F2A8-E22B-47F0-7A21FAB3130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082295F-6402-49EF-9CFE-C04140C8435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751630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0660E-8073-88C4-C311-69042AD8B51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FD4F5-562A-79F5-87B3-8FA7C5BEF61C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128DD-DCB9-6BB2-61C7-BFE09402374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D9CCFD-0ED1-450D-96B2-CC250BF390F4}" type="datetime1">
              <a:rPr lang="en-GB"/>
              <a:pPr lvl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D509B-06A7-4CC9-4BA7-AB7A2FED77F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0E900-2E73-AEF0-A1E6-6BEE923879B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C66410-EB62-49C1-9250-0D2E3BD8E42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68986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71A92-06F3-7BF0-DBFA-A30EF1E185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2FF69-0382-C9FE-2EA4-3249501BE3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8111D-4394-9068-E70D-6EF49AC5918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99E7D46-F9B5-42B0-9C9F-708E55BDC61B}" type="datetime1">
              <a:rPr lang="en-GB"/>
              <a:pPr lvl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1F03F-1CA4-E526-34AB-34B22F8C227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A462B-6B72-CE09-3CE8-14BBDBB8A30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BD62F05-490B-4F24-A990-0F06B9FB0BB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1765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0330E-2EA7-0B4B-7839-827F2187E7D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FBB60-790E-C06B-6DAE-BE0F2003799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881F5F-9756-3542-C919-8FA6A94D63E5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3D523-06B7-3F51-553C-217536BCAE9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26EBF4-0503-4A9D-A259-DF218E25031D}" type="datetime1">
              <a:rPr lang="en-GB"/>
              <a:pPr lvl="0"/>
              <a:t>25/04/2026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BF2FC-DAA9-A1DA-B833-1BDF7DBC4FF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2A74D-C53B-37FA-7EDB-B199A82E18C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2099534-10B3-46F2-B732-9D79C51ECAB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674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DEDC8-5EE0-DD50-597B-D41AD7B2AB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3B981-53A8-FABC-75BC-F3718314D3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BC6B3-3B2B-8D1D-342A-693752B1D382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75321E-B25B-A036-36A1-9E7F638167B7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5C7E64-B0EB-308E-6750-FCF4CFA91DF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BE6C4A-ED8A-D48B-3A20-C2CB517788D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695360-D437-4FF6-B541-562AF403029A}" type="datetime1">
              <a:rPr lang="en-GB"/>
              <a:pPr lvl="0"/>
              <a:t>25/04/2026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7A763F-4881-B47C-F7D6-6909675D261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6A58A0-4067-62AD-8D0C-0DDBE5FD64A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C564D3A-0931-44EE-B639-3A6543EAE56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6510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42DEE-AA15-FA91-BFD3-38964028732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93508-1BD8-428B-6E77-A03886FD286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B764460-A7B7-4B57-8AA4-36AE666D6B12}" type="datetime1">
              <a:rPr lang="en-GB"/>
              <a:pPr lvl="0"/>
              <a:t>25/04/2026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11150D-3360-6E65-3A08-D8730BECC73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7AB56C-ED2E-0B6D-81D9-D5C3C707666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9D458D1-9E1F-49C9-BA59-39C3A13C963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781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7A8775-0F77-0C28-1211-5449BD87DC0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D95D1FB-64C6-44C4-9D67-CC619B685DF8}" type="datetime1">
              <a:rPr lang="en-GB"/>
              <a:pPr lvl="0"/>
              <a:t>25/04/2026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1FE992-0985-F756-5DD5-5908CA86A35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1FDD1-3662-0AF0-442C-9328D919B91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0908F66-EB3B-4B63-ACDD-27F8BD2EEBA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5761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EEF06-CC6C-89F4-EB84-E4479B509B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02CF0-F313-4D81-0167-556C96B2195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F2209D-334A-A16A-7ABC-BD63B8805C4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AECFC-5257-6E35-EE30-9AFFE33E7EC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B47976A-CDC1-4B39-9618-3C56CC7A16E1}" type="datetime1">
              <a:rPr lang="en-GB"/>
              <a:pPr lvl="0"/>
              <a:t>25/04/2026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BB7B1-F19B-8072-B77B-77C38C4B1C0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DDB7D-8ADD-4C33-4CD3-88452556289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3598F46-A67C-4FB4-8662-77FEB72A961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5393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608B6-7E5E-087A-CD14-651446F200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121186-E534-0A4B-066F-2F74F04EB942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2D9642-C69F-19E1-687B-47BFD19DA9D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3D9FD-3BD2-AEC8-DF0C-329078571F3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933F896-2F02-431E-A275-9D44EE22998C}" type="datetime1">
              <a:rPr lang="en-GB"/>
              <a:pPr lvl="0"/>
              <a:t>25/04/2026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5E9B3-5FE3-E38A-4A92-2D0961ACBB4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C4F5B-1F3B-DB2B-46BD-C165EB1C8D0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4107D03-B721-4BCB-B2EB-C61DF8E46D11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5706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9C443-259C-7CB4-C337-B79C11549E2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1FA9AC-77A2-12FE-F244-CA54A079AB31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2DF22-9E96-B4CB-2740-E2947B6BE50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9815BE9-A719-4B9E-9339-1BB70E4A2275}" type="datetime1">
              <a:rPr lang="en-GB"/>
              <a:pPr lvl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CBEFB-B401-60AC-CD25-DB6B2B1E40C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E2DF3-CE1E-6280-825F-22F7184C30E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5070657-A9C7-48C9-A1B9-C771AA9FD0C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7171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674762-8C82-94D4-C893-5A4E59BC0A63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0125DD-55EF-DEB2-BA80-DB407EA4E986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B62A4-CC0C-C772-FEDF-F784037506B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9682A4C-3ABE-4120-AF01-DDB05C240E54}" type="datetime1">
              <a:rPr lang="en-GB"/>
              <a:pPr lvl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1132A-CBF3-E411-3023-A310F330D46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88641-907D-5845-530F-82E5BFD1128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DECA3C-ECF2-4DDA-A397-EE53BBCB294E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8285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C3CBB0-7307-A1DB-1ECE-6B136F4C1E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182EC-673D-EE98-C9C0-5CD1C70596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30664-0865-9011-F4B1-1120865C4D8A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767676"/>
                </a:solidFill>
                <a:uFillTx/>
                <a:latin typeface="Retro Gaming" pitchFamily="2"/>
              </a:defRPr>
            </a:lvl1pPr>
          </a:lstStyle>
          <a:p>
            <a:pPr lvl="0"/>
            <a:fld id="{445A252D-E4AC-4AE8-939C-DD8F72D190FB}" type="datetime1">
              <a:rPr lang="en-GB"/>
              <a:pPr lvl="0"/>
              <a:t>25/04/2026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FDDE5-D128-FA9B-CB98-25C5C561EEC0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767676"/>
                </a:solidFill>
                <a:uFillTx/>
                <a:latin typeface="Retro Gaming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E3FEB-6FDB-DBDD-002F-DDF87DD16E8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767676"/>
                </a:solidFill>
                <a:uFillTx/>
                <a:latin typeface="Retro Gaming" pitchFamily="2"/>
              </a:defRPr>
            </a:lvl1pPr>
          </a:lstStyle>
          <a:p>
            <a:pPr lvl="0"/>
            <a:fld id="{2898CB48-6E97-4379-A3E2-E42B696BDE44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Retro Gaming" pitchFamily="2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Retro Gaming" pitchFamily="2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Retro Gaming" pitchFamily="2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Retro Gaming" pitchFamily="2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Retro Gaming" pitchFamily="2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Retro Gaming" pitchFamily="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1AE63-700B-CAE4-18C6-698E1B75209E}"/>
              </a:ext>
            </a:extLst>
          </p:cNvPr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/>
              <a:t>!Chess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E2E946-5939-15B6-D592-ECBE4A581F9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US"/>
              <a:t>Rodrigo Valente</a:t>
            </a:r>
          </a:p>
          <a:p>
            <a:pPr lvl="0"/>
            <a:r>
              <a:rPr lang="en-US"/>
              <a:t>Teresa Gamito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4D70E9DE-B8BA-4D87-2C8B-7E4663787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48" y="5899151"/>
            <a:ext cx="1815093" cy="58923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D9081827-101C-1BB6-C0D8-7263D3000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1996" y="5540349"/>
            <a:ext cx="2000679" cy="112359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628E4-1794-959A-7E95-56533A5AD4C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C4519-DC67-EA80-6659-CCAB1C73E42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2267987"/>
            <a:ext cx="4832347" cy="2816223"/>
          </a:xfrm>
        </p:spPr>
        <p:txBody>
          <a:bodyPr/>
          <a:lstStyle/>
          <a:p>
            <a:pPr lvl="0"/>
            <a:r>
              <a:rPr lang="en-US" dirty="0">
                <a:latin typeface="Retro Gaming"/>
              </a:rPr>
              <a:t>2D top-down </a:t>
            </a:r>
          </a:p>
          <a:p>
            <a:pPr lvl="0"/>
            <a:r>
              <a:rPr lang="en-US" dirty="0">
                <a:latin typeface="Retro Gaming"/>
              </a:rPr>
              <a:t>Local 1 vs 1</a:t>
            </a:r>
          </a:p>
          <a:p>
            <a:pPr lvl="0"/>
            <a:r>
              <a:rPr lang="en-US" dirty="0">
                <a:latin typeface="Retro Gaming"/>
              </a:rPr>
              <a:t>Strategy</a:t>
            </a:r>
          </a:p>
          <a:p>
            <a:pPr lvl="0"/>
            <a:r>
              <a:rPr lang="en-US" dirty="0">
                <a:latin typeface="Retro Gaming"/>
              </a:rPr>
              <a:t>Inspired by chess</a:t>
            </a:r>
          </a:p>
          <a:p>
            <a:pPr lvl="0"/>
            <a:r>
              <a:rPr lang="en-US" dirty="0">
                <a:latin typeface="Retro Gaming"/>
              </a:rPr>
              <a:t>Windows / Linux PC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B59FE8-95E0-F506-45B5-8E3A9E480E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91197"/>
            <a:ext cx="5376333" cy="3024187"/>
          </a:xfrm>
          <a:prstGeom prst="rect">
            <a:avLst/>
          </a:prstGeom>
        </p:spPr>
      </p:pic>
      <p:sp>
        <p:nvSpPr>
          <p:cNvPr id="10" name="TextBox 14">
            <a:extLst>
              <a:ext uri="{FF2B5EF4-FFF2-40B4-BE49-F238E27FC236}">
                <a16:creationId xmlns:a16="http://schemas.microsoft.com/office/drawing/2014/main" id="{2F79660B-2226-B86F-A4A9-6198934BB62A}"/>
              </a:ext>
            </a:extLst>
          </p:cNvPr>
          <p:cNvSpPr txBox="1"/>
          <p:nvPr/>
        </p:nvSpPr>
        <p:spPr>
          <a:xfrm>
            <a:off x="8106737" y="5015384"/>
            <a:ext cx="1354858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1400" dirty="0" err="1">
                <a:latin typeface="Retro Gaming" pitchFamily="2"/>
              </a:rPr>
              <a:t>Prototype</a:t>
            </a:r>
            <a:endParaRPr lang="en-GB" sz="1400" b="0" i="0" u="none" strike="noStrike" kern="1200" cap="none" spc="0" baseline="0" dirty="0">
              <a:uFillTx/>
              <a:latin typeface="Retro Gaming" pitchFamily="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185D9-0A5B-1A85-135C-8E9651A6E30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Basic Gameplay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CA2D8-F2BC-E3AC-5830-4854C5F7459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759447" cy="4351336"/>
          </a:xfrm>
        </p:spPr>
        <p:txBody>
          <a:bodyPr>
            <a:normAutofit fontScale="92500"/>
          </a:bodyPr>
          <a:lstStyle/>
          <a:p>
            <a:pPr lvl="0"/>
            <a:r>
              <a:rPr lang="en-US" dirty="0"/>
              <a:t>Start as regular chess</a:t>
            </a:r>
          </a:p>
          <a:p>
            <a:pPr lvl="0"/>
            <a:r>
              <a:rPr lang="en-US" dirty="0"/>
              <a:t>Gain points by capturing enemy pieces</a:t>
            </a:r>
          </a:p>
          <a:p>
            <a:pPr lvl="0"/>
            <a:r>
              <a:rPr lang="en-US" dirty="0"/>
              <a:t>Modify the game by using a shared upgrade tree</a:t>
            </a:r>
          </a:p>
          <a:p>
            <a:pPr lvl="0"/>
            <a:r>
              <a:rPr lang="en-US" dirty="0"/>
              <a:t>Each turn a player can move a piece or buy an upgrade</a:t>
            </a:r>
          </a:p>
          <a:p>
            <a:r>
              <a:rPr lang="en-US" dirty="0"/>
              <a:t>The game becomes gradually more chaotic</a:t>
            </a:r>
          </a:p>
          <a:p>
            <a:pPr lvl="0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55C5E0-48FE-996F-C459-8724DF92AF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2765" y="902795"/>
            <a:ext cx="4491031" cy="25262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AC9BE7B-771F-69E7-3D93-23938D9917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2764" y="3730692"/>
            <a:ext cx="4491031" cy="252620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F78ECF1-A574-3C5D-0CD4-248FDCF64536}"/>
              </a:ext>
            </a:extLst>
          </p:cNvPr>
          <p:cNvSpPr txBox="1"/>
          <p:nvPr/>
        </p:nvSpPr>
        <p:spPr>
          <a:xfrm>
            <a:off x="6228555" y="3401613"/>
            <a:ext cx="5759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Retro Gaming" panose="00000400000000000000" pitchFamily="2" charset="0"/>
              </a:rPr>
              <a:t>Start of game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BA3E3B-413C-AC39-34F2-C0F38B058830}"/>
              </a:ext>
            </a:extLst>
          </p:cNvPr>
          <p:cNvSpPr txBox="1"/>
          <p:nvPr/>
        </p:nvSpPr>
        <p:spPr>
          <a:xfrm>
            <a:off x="6228555" y="6231261"/>
            <a:ext cx="5759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Retro Gaming" panose="00000400000000000000" pitchFamily="2" charset="0"/>
              </a:rPr>
              <a:t>Mid-game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D27F3163-D4B1-F573-A853-55A3A84E3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543" y="1500187"/>
            <a:ext cx="6858000" cy="385762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6">
            <a:extLst>
              <a:ext uri="{FF2B5EF4-FFF2-40B4-BE49-F238E27FC236}">
                <a16:creationId xmlns:a16="http://schemas.microsoft.com/office/drawing/2014/main" id="{F6B7472B-F5F8-41BE-CB0B-C92008F5A65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pt-PT" dirty="0"/>
              <a:t>UI</a:t>
            </a:r>
            <a:endParaRPr lang="en-GB" dirty="0"/>
          </a:p>
        </p:txBody>
      </p:sp>
      <p:sp>
        <p:nvSpPr>
          <p:cNvPr id="4" name="Content Placeholder 24">
            <a:extLst>
              <a:ext uri="{FF2B5EF4-FFF2-40B4-BE49-F238E27FC236}">
                <a16:creationId xmlns:a16="http://schemas.microsoft.com/office/drawing/2014/main" id="{40840183-1DCE-C706-0DC0-0E5D145EFAA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3337340" cy="4351336"/>
          </a:xfrm>
        </p:spPr>
        <p:txBody>
          <a:bodyPr/>
          <a:lstStyle/>
          <a:p>
            <a:pPr lvl="0"/>
            <a:r>
              <a:rPr lang="en-GB" sz="2600" dirty="0"/>
              <a:t>Properties</a:t>
            </a:r>
          </a:p>
          <a:p>
            <a:pPr lvl="0"/>
            <a:r>
              <a:rPr lang="en-GB" sz="2600" dirty="0"/>
              <a:t>Rules</a:t>
            </a:r>
          </a:p>
          <a:p>
            <a:pPr lvl="0"/>
            <a:r>
              <a:rPr lang="pt-PT" sz="2600" dirty="0"/>
              <a:t>History of actions</a:t>
            </a:r>
            <a:endParaRPr lang="en-GB" sz="2600" dirty="0"/>
          </a:p>
          <a:p>
            <a:pPr lvl="0"/>
            <a:r>
              <a:rPr lang="pt-PT" sz="2600" dirty="0"/>
              <a:t>Player’s information</a:t>
            </a:r>
            <a:endParaRPr lang="en-GB" sz="2600" dirty="0"/>
          </a:p>
          <a:p>
            <a:pPr lvl="0"/>
            <a:r>
              <a:rPr lang="pt-PT" sz="2600" dirty="0"/>
              <a:t>Board / Upgrade tree</a:t>
            </a:r>
            <a:endParaRPr lang="en-GB" sz="2600" dirty="0"/>
          </a:p>
          <a:p>
            <a:pPr lvl="0"/>
            <a:endParaRPr lang="en-GB" sz="2600" dirty="0"/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05138517-EF1B-FE85-8D1D-09CC8A646D34}"/>
              </a:ext>
            </a:extLst>
          </p:cNvPr>
          <p:cNvSpPr txBox="1"/>
          <p:nvPr/>
        </p:nvSpPr>
        <p:spPr>
          <a:xfrm>
            <a:off x="6762806" y="5357812"/>
            <a:ext cx="1683474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1400" b="0" i="0" u="none" strike="noStrike" kern="1200" cap="none" spc="0" baseline="0" dirty="0">
                <a:uFillTx/>
                <a:latin typeface="Retro Gaming" pitchFamily="2"/>
              </a:rPr>
              <a:t>Early mockup</a:t>
            </a:r>
            <a:endParaRPr lang="en-GB" sz="1400" b="0" i="0" u="none" strike="noStrike" kern="1200" cap="none" spc="0" baseline="0" dirty="0">
              <a:uFillTx/>
              <a:latin typeface="Retro Gaming" pitchFamily="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7F3A0-C975-878F-77AC-F3D3F3EF80B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Upgrade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1B6E0-EDF0-435A-1A71-83F6C0CB0C2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765797" cy="435133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Shared by both players</a:t>
            </a:r>
          </a:p>
          <a:p>
            <a:pPr lvl="0"/>
            <a:r>
              <a:rPr lang="en-US" dirty="0"/>
              <a:t>Players get points by capturing pieces</a:t>
            </a:r>
          </a:p>
          <a:p>
            <a:pPr lvl="0"/>
            <a:r>
              <a:rPr lang="en-US" dirty="0"/>
              <a:t>Spend the points on the tree to modify the game</a:t>
            </a:r>
          </a:p>
          <a:p>
            <a:pPr lvl="0"/>
            <a:r>
              <a:rPr lang="en-US" dirty="0"/>
              <a:t>Each node can only be purchased once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E5A6BA-23D7-BFD2-CDDC-5E99561D9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90" r="32500"/>
          <a:stretch>
            <a:fillRect/>
          </a:stretch>
        </p:blipFill>
        <p:spPr>
          <a:xfrm>
            <a:off x="7792172" y="1268361"/>
            <a:ext cx="978201" cy="4908602"/>
          </a:xfrm>
          <a:prstGeom prst="rect">
            <a:avLst/>
          </a:prstGeom>
        </p:spPr>
      </p:pic>
      <p:sp>
        <p:nvSpPr>
          <p:cNvPr id="7" name="TextBox 14">
            <a:extLst>
              <a:ext uri="{FF2B5EF4-FFF2-40B4-BE49-F238E27FC236}">
                <a16:creationId xmlns:a16="http://schemas.microsoft.com/office/drawing/2014/main" id="{F01C74B7-8CF6-61E1-5CAD-C1D68443B087}"/>
              </a:ext>
            </a:extLst>
          </p:cNvPr>
          <p:cNvSpPr txBox="1"/>
          <p:nvPr/>
        </p:nvSpPr>
        <p:spPr>
          <a:xfrm>
            <a:off x="8770373" y="1268361"/>
            <a:ext cx="1571264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1400" dirty="0" err="1">
                <a:latin typeface="Retro Gaming" pitchFamily="2"/>
              </a:rPr>
              <a:t>Adds</a:t>
            </a:r>
            <a:r>
              <a:rPr lang="pt-PT" sz="1400" dirty="0">
                <a:latin typeface="Retro Gaming" pitchFamily="2"/>
              </a:rPr>
              <a:t> a </a:t>
            </a:r>
            <a:r>
              <a:rPr lang="pt-PT" sz="1400" dirty="0" err="1">
                <a:latin typeface="Retro Gaming" pitchFamily="2"/>
              </a:rPr>
              <a:t>Pawn</a:t>
            </a:r>
            <a:endParaRPr lang="en-GB" sz="1400" b="0" i="0" u="none" strike="noStrike" kern="1200" cap="none" spc="0" baseline="0" dirty="0">
              <a:uFillTx/>
              <a:latin typeface="Retro Gaming" pitchFamily="2"/>
            </a:endParaRP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2EED12E2-5676-115D-9D80-A0E5E2AE1668}"/>
              </a:ext>
            </a:extLst>
          </p:cNvPr>
          <p:cNvSpPr txBox="1"/>
          <p:nvPr/>
        </p:nvSpPr>
        <p:spPr>
          <a:xfrm>
            <a:off x="8770373" y="2286143"/>
            <a:ext cx="2356735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1400" dirty="0" err="1">
                <a:latin typeface="Retro Gaming" pitchFamily="2"/>
              </a:rPr>
              <a:t>Expands</a:t>
            </a:r>
            <a:r>
              <a:rPr lang="pt-PT" sz="1400" dirty="0">
                <a:latin typeface="Retro Gaming" pitchFamily="2"/>
              </a:rPr>
              <a:t> </a:t>
            </a:r>
            <a:r>
              <a:rPr lang="pt-PT" sz="1400" dirty="0" err="1">
                <a:latin typeface="Retro Gaming" pitchFamily="2"/>
              </a:rPr>
              <a:t>the</a:t>
            </a:r>
            <a:r>
              <a:rPr lang="pt-PT" sz="1400" dirty="0">
                <a:latin typeface="Retro Gaming" pitchFamily="2"/>
              </a:rPr>
              <a:t> </a:t>
            </a:r>
            <a:r>
              <a:rPr lang="pt-PT" sz="1400" dirty="0" err="1">
                <a:latin typeface="Retro Gaming" pitchFamily="2"/>
              </a:rPr>
              <a:t>board</a:t>
            </a:r>
            <a:endParaRPr lang="en-GB" sz="1400" b="0" i="0" u="none" strike="noStrike" kern="1200" cap="none" spc="0" baseline="0" dirty="0">
              <a:uFillTx/>
              <a:latin typeface="Retro Gaming" pitchFamily="2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AA3B1982-3143-DD5C-D444-D96471E9931C}"/>
              </a:ext>
            </a:extLst>
          </p:cNvPr>
          <p:cNvSpPr txBox="1"/>
          <p:nvPr/>
        </p:nvSpPr>
        <p:spPr>
          <a:xfrm>
            <a:off x="8770373" y="3189375"/>
            <a:ext cx="1693092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1400" dirty="0" err="1">
                <a:latin typeface="Retro Gaming" pitchFamily="2"/>
              </a:rPr>
              <a:t>Adds</a:t>
            </a:r>
            <a:r>
              <a:rPr lang="pt-PT" sz="1400" dirty="0">
                <a:latin typeface="Retro Gaming" pitchFamily="2"/>
              </a:rPr>
              <a:t> a Lance</a:t>
            </a:r>
            <a:endParaRPr lang="en-GB" sz="1400" b="0" i="0" u="none" strike="noStrike" kern="1200" cap="none" spc="0" baseline="0" dirty="0">
              <a:uFillTx/>
              <a:latin typeface="Retro Gaming" pitchFamily="2"/>
            </a:endParaRP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31C4CAB6-8810-548B-7022-9D6F5914D60B}"/>
              </a:ext>
            </a:extLst>
          </p:cNvPr>
          <p:cNvSpPr txBox="1"/>
          <p:nvPr/>
        </p:nvSpPr>
        <p:spPr>
          <a:xfrm>
            <a:off x="8770373" y="4264081"/>
            <a:ext cx="2994731" cy="523220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1400" dirty="0">
                <a:latin typeface="Retro Gaming" pitchFamily="2"/>
              </a:rPr>
              <a:t>Both </a:t>
            </a:r>
            <a:r>
              <a:rPr lang="pt-PT" sz="1400" dirty="0" err="1">
                <a:latin typeface="Retro Gaming" pitchFamily="2"/>
              </a:rPr>
              <a:t>players</a:t>
            </a:r>
            <a:r>
              <a:rPr lang="pt-PT" sz="1400" dirty="0">
                <a:latin typeface="Retro Gaming" pitchFamily="2"/>
              </a:rPr>
              <a:t> sacrífice a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1400" b="0" i="0" u="none" strike="noStrike" kern="1200" cap="none" spc="0" baseline="0" dirty="0" err="1">
                <a:uFillTx/>
                <a:latin typeface="Retro Gaming" pitchFamily="2"/>
              </a:rPr>
              <a:t>piece</a:t>
            </a:r>
            <a:endParaRPr lang="en-GB" sz="1400" b="0" i="0" u="none" strike="noStrike" kern="1200" cap="none" spc="0" baseline="0" dirty="0">
              <a:uFillTx/>
              <a:latin typeface="Retro Gaming" pitchFamily="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932CA-17EE-BE6D-FFBF-5ABC77A6062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Add pieces to the board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41C1754-1494-EF38-6182-90C4005DE7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507" y="2032512"/>
            <a:ext cx="4965290" cy="27929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8119396-D82E-47E3-B55E-1924F71618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42" y="2032512"/>
            <a:ext cx="4965290" cy="279297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AB6AC89-46F9-6903-51EF-BEB091A57F5A}"/>
              </a:ext>
            </a:extLst>
          </p:cNvPr>
          <p:cNvSpPr/>
          <p:nvPr/>
        </p:nvSpPr>
        <p:spPr>
          <a:xfrm>
            <a:off x="7783830" y="4122420"/>
            <a:ext cx="350520" cy="35433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E0ED00-2367-A2E6-3365-F32E4F3E1536}"/>
              </a:ext>
            </a:extLst>
          </p:cNvPr>
          <p:cNvSpPr txBox="1"/>
          <p:nvPr/>
        </p:nvSpPr>
        <p:spPr>
          <a:xfrm>
            <a:off x="838197" y="5530632"/>
            <a:ext cx="9867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Retro Gaming" panose="00000400000000000000" pitchFamily="2" charset="0"/>
              </a:rPr>
              <a:t>The piece can only be placed on the player’s half of the board and on a clear tile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C296F-0DE7-656C-7240-5ECC303709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2" y="365129"/>
            <a:ext cx="10725147" cy="1325559"/>
          </a:xfrm>
        </p:spPr>
        <p:txBody>
          <a:bodyPr/>
          <a:lstStyle/>
          <a:p>
            <a:pPr lvl="0"/>
            <a:r>
              <a:rPr lang="en-US" dirty="0"/>
              <a:t>Change the size of the 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7EB4C0-9A21-693E-3C6E-F9EBFD7F7D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2" y="2032510"/>
            <a:ext cx="4965289" cy="27929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642D28-08C4-C365-1AF1-C0E38A26A7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060" y="2032511"/>
            <a:ext cx="4965289" cy="27929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0BBB986-9F69-2249-08F0-2CA02E271AED}"/>
              </a:ext>
            </a:extLst>
          </p:cNvPr>
          <p:cNvSpPr txBox="1"/>
          <p:nvPr/>
        </p:nvSpPr>
        <p:spPr>
          <a:xfrm>
            <a:off x="838197" y="5530632"/>
            <a:ext cx="9867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Retro Gaming" panose="00000400000000000000" pitchFamily="2" charset="0"/>
              </a:rPr>
              <a:t>Adds a tile to each side of the 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1232-FD51-E976-9BC2-4A584798B8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2" y="365129"/>
            <a:ext cx="10699747" cy="1325559"/>
          </a:xfrm>
        </p:spPr>
        <p:txBody>
          <a:bodyPr>
            <a:normAutofit/>
          </a:bodyPr>
          <a:lstStyle/>
          <a:p>
            <a:pPr lvl="0"/>
            <a:r>
              <a:rPr lang="en-US" sz="3600" dirty="0"/>
              <a:t>Adds pieces from other games</a:t>
            </a:r>
            <a:endParaRPr lang="en-GB" sz="3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7E7905-8A02-E9E1-3829-CF3FADA0C7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2" y="2032512"/>
            <a:ext cx="4965289" cy="27929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E60707-6350-CD65-1216-D0F44DC5B3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659" y="2032512"/>
            <a:ext cx="4965290" cy="279297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4980D6F-4FCA-35A2-7C0A-1B77FE0B0CE2}"/>
              </a:ext>
            </a:extLst>
          </p:cNvPr>
          <p:cNvSpPr txBox="1"/>
          <p:nvPr/>
        </p:nvSpPr>
        <p:spPr>
          <a:xfrm>
            <a:off x="838197" y="5530632"/>
            <a:ext cx="9867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Retro Gaming" panose="00000400000000000000" pitchFamily="2" charset="0"/>
              </a:rPr>
              <a:t>The Lance from Shogi moves only forward any number of tiles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52B1FC-BB86-BFCA-8567-8E0D891F95DA}"/>
              </a:ext>
            </a:extLst>
          </p:cNvPr>
          <p:cNvSpPr/>
          <p:nvPr/>
        </p:nvSpPr>
        <p:spPr>
          <a:xfrm>
            <a:off x="6572659" y="4263390"/>
            <a:ext cx="281531" cy="28894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366B4-BCEC-20B4-AD47-FB80BA39E41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Sacrifice pieces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133E78D9-3D07-DCA8-4EF0-978E0007CD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184E66E-00DC-4E80-E2A5-F1A75B2315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2" y="2032512"/>
            <a:ext cx="4965289" cy="27929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99C2FA8-C2BC-00D2-CDC6-05FD925879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509" y="2032511"/>
            <a:ext cx="4965290" cy="279297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3CDEB54-F448-4972-C281-CE8B7EFE0085}"/>
              </a:ext>
            </a:extLst>
          </p:cNvPr>
          <p:cNvSpPr txBox="1"/>
          <p:nvPr/>
        </p:nvSpPr>
        <p:spPr>
          <a:xfrm>
            <a:off x="838197" y="5530632"/>
            <a:ext cx="9867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Retro Gaming" panose="00000400000000000000" pitchFamily="2" charset="0"/>
              </a:rPr>
              <a:t>Each player choses one piece to be sacrificed, starting with the player that bought the node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333862-FF08-21AE-E764-AD7AE0E2B1C4}"/>
              </a:ext>
            </a:extLst>
          </p:cNvPr>
          <p:cNvSpPr/>
          <p:nvPr/>
        </p:nvSpPr>
        <p:spPr>
          <a:xfrm>
            <a:off x="7229061" y="3143250"/>
            <a:ext cx="276639" cy="28575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43B2C73-06AE-A4F0-386F-A4C38D9FD03E}"/>
              </a:ext>
            </a:extLst>
          </p:cNvPr>
          <p:cNvSpPr/>
          <p:nvPr/>
        </p:nvSpPr>
        <p:spPr>
          <a:xfrm>
            <a:off x="8343900" y="2868930"/>
            <a:ext cx="278991" cy="27813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710E-36CC-8BF2-CB4D-B5FCF59AAC2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Buff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32F19-5129-3285-BC8A-AF6828E6EE2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6"/>
            <a:ext cx="10515600" cy="458500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Modifies the properties of pieces / tiles to boost them</a:t>
            </a:r>
          </a:p>
          <a:p>
            <a:pPr lvl="0"/>
            <a:r>
              <a:rPr lang="en-US" dirty="0"/>
              <a:t>Promotion</a:t>
            </a:r>
          </a:p>
          <a:p>
            <a:pPr lvl="0"/>
            <a:r>
              <a:rPr lang="en-US" dirty="0"/>
              <a:t>Gain control of enemy pieces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B7360B-3A09-1A2C-5A2C-578CE2827B49}"/>
              </a:ext>
            </a:extLst>
          </p:cNvPr>
          <p:cNvSpPr txBox="1"/>
          <p:nvPr/>
        </p:nvSpPr>
        <p:spPr>
          <a:xfrm>
            <a:off x="838203" y="5537200"/>
            <a:ext cx="7867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Retro Gaming" panose="00000400000000000000" pitchFamily="2" charset="0"/>
              </a:rPr>
              <a:t>“Promote a pawn”</a:t>
            </a:r>
          </a:p>
          <a:p>
            <a:r>
              <a:rPr lang="en-GB" dirty="0">
                <a:latin typeface="Retro Gaming" panose="00000400000000000000" pitchFamily="2" charset="0"/>
              </a:rPr>
              <a:t>“Add </a:t>
            </a:r>
            <a:r>
              <a:rPr lang="en-GB" dirty="0" err="1">
                <a:latin typeface="Retro Gaming" panose="00000400000000000000" pitchFamily="2" charset="0"/>
              </a:rPr>
              <a:t>deathtouch</a:t>
            </a:r>
            <a:r>
              <a:rPr lang="en-GB" dirty="0">
                <a:latin typeface="Retro Gaming" panose="00000400000000000000" pitchFamily="2" charset="0"/>
              </a:rPr>
              <a:t> to a piece”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2FC21-3472-94B5-7757-8A7362CBD14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Debuff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5DC86-04AA-0429-D0D2-38B5B349A2CC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Modifies the properties of pieces / tiles to nerf them</a:t>
            </a:r>
          </a:p>
          <a:p>
            <a:pPr lvl="0"/>
            <a:r>
              <a:rPr lang="en-US" dirty="0" err="1"/>
              <a:t>Unpromote</a:t>
            </a:r>
            <a:r>
              <a:rPr lang="en-US" dirty="0"/>
              <a:t> pieces</a:t>
            </a:r>
          </a:p>
          <a:p>
            <a:pPr lvl="0"/>
            <a:r>
              <a:rPr lang="en-US" dirty="0"/>
              <a:t>Disable pieces</a:t>
            </a:r>
          </a:p>
          <a:p>
            <a:pPr lvl="0"/>
            <a:r>
              <a:rPr lang="en-US" dirty="0"/>
              <a:t>Create wall tiles that block the path</a:t>
            </a:r>
          </a:p>
          <a:p>
            <a:pPr lvl="0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04BA83-17DE-B9CC-5826-CBCAC6DC7FCC}"/>
              </a:ext>
            </a:extLst>
          </p:cNvPr>
          <p:cNvSpPr txBox="1"/>
          <p:nvPr/>
        </p:nvSpPr>
        <p:spPr>
          <a:xfrm>
            <a:off x="838197" y="5532221"/>
            <a:ext cx="998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Retro Gaming" panose="00000400000000000000" pitchFamily="2" charset="0"/>
              </a:rPr>
              <a:t>“Choose an opponent’s piece. That piece is now disabled”</a:t>
            </a:r>
          </a:p>
          <a:p>
            <a:r>
              <a:rPr lang="en-GB" dirty="0">
                <a:latin typeface="Retro Gaming" panose="00000400000000000000" pitchFamily="2" charset="0"/>
              </a:rPr>
              <a:t>“Add poison to a tile”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8AABA-A583-5FE1-0AEB-DADBDF6815E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Ruling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8719A-E8EB-40FA-5455-8D80FF371270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Adds passives to the game</a:t>
            </a:r>
          </a:p>
          <a:p>
            <a:pPr lvl="0"/>
            <a:r>
              <a:rPr lang="en-US" dirty="0"/>
              <a:t>Changes the rules of the game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9735E-F133-AEEA-5CB8-EE691BB353B6}"/>
              </a:ext>
            </a:extLst>
          </p:cNvPr>
          <p:cNvSpPr txBox="1"/>
          <p:nvPr/>
        </p:nvSpPr>
        <p:spPr>
          <a:xfrm>
            <a:off x="838197" y="5530632"/>
            <a:ext cx="9867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Retro Gaming" panose="00000400000000000000" pitchFamily="2" charset="0"/>
              </a:rPr>
              <a:t>“To win, capture all of the opponent’s queens instead of the king”</a:t>
            </a:r>
          </a:p>
          <a:p>
            <a:r>
              <a:rPr lang="en-GB" dirty="0">
                <a:latin typeface="Retro Gaming" panose="00000400000000000000" pitchFamily="2" charset="0"/>
              </a:rPr>
              <a:t>“Pawns can’t capture other pieces”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2B131-F5CE-851F-477B-A2E2A938854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6B2A2-9460-AB1D-D466-35654267917B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2D pixel art</a:t>
            </a:r>
          </a:p>
          <a:p>
            <a:pPr lvl="0"/>
            <a:r>
              <a:rPr lang="en-US" dirty="0"/>
              <a:t>Simple textures</a:t>
            </a:r>
          </a:p>
          <a:p>
            <a:pPr lvl="0"/>
            <a:r>
              <a:rPr lang="en-US" dirty="0"/>
              <a:t>Arcade like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9EA6615-011A-A274-EC83-C9BAF4AFC1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7" y="3605213"/>
            <a:ext cx="4572000" cy="25717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B9CC4D3-4E02-FBE8-33F1-F24407ACE5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797" y="3605213"/>
            <a:ext cx="4572000" cy="25717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AA95D24-DDBA-CB42-79AB-B62EFE6CEE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413" y="1825626"/>
            <a:ext cx="1538384" cy="153838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471B508-C5A1-BB7E-D35E-69CDB0768A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717" y="1825627"/>
            <a:ext cx="1538383" cy="153838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516376C-AFD6-7941-6B0F-A16006DA71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717" y="287243"/>
            <a:ext cx="1538383" cy="153838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40ECFC8-BAD0-0C31-5611-29F5F2FE1B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407" y="287243"/>
            <a:ext cx="1538383" cy="15383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7263D-4034-E976-4B62-4AE0B5615EC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Audio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A615F-5649-D416-66E0-8D84D920E437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Arcade-like music</a:t>
            </a:r>
          </a:p>
          <a:p>
            <a:pPr lvl="0"/>
            <a:r>
              <a:rPr lang="en-US" dirty="0"/>
              <a:t>Blues-like music</a:t>
            </a:r>
          </a:p>
          <a:p>
            <a:pPr lvl="0"/>
            <a:r>
              <a:rPr lang="en-US" dirty="0"/>
              <a:t>Inspired by </a:t>
            </a:r>
            <a:r>
              <a:rPr lang="en-US" dirty="0" err="1"/>
              <a:t>Balatro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93E8C-A29D-7853-A8B4-336C5AB70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56D83-5601-0720-CD15-1C01815607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766220"/>
            <a:ext cx="10515600" cy="1325559"/>
          </a:xfrm>
        </p:spPr>
        <p:txBody>
          <a:bodyPr/>
          <a:lstStyle/>
          <a:p>
            <a:pPr lvl="0" algn="ctr"/>
            <a:r>
              <a:rPr lang="en-US" dirty="0"/>
              <a:t>Prototype Gameplay</a:t>
            </a:r>
          </a:p>
        </p:txBody>
      </p:sp>
    </p:spTree>
    <p:extLst>
      <p:ext uri="{BB962C8B-B14F-4D97-AF65-F5344CB8AC3E}">
        <p14:creationId xmlns:p14="http://schemas.microsoft.com/office/powerpoint/2010/main" val="1704279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8D5DC-3A3C-B028-EBCC-7890C5A288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766220"/>
            <a:ext cx="10515600" cy="1325559"/>
          </a:xfrm>
        </p:spPr>
        <p:txBody>
          <a:bodyPr/>
          <a:lstStyle/>
          <a:p>
            <a:pPr lvl="0" algn="ctr"/>
            <a:r>
              <a:rPr lang="en-US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4495</TotalTime>
  <Words>345</Words>
  <Application>Microsoft Office PowerPoint</Application>
  <PresentationFormat>Widescreen</PresentationFormat>
  <Paragraphs>85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Retro Gaming</vt:lpstr>
      <vt:lpstr>Office Theme</vt:lpstr>
      <vt:lpstr>!Chess</vt:lpstr>
      <vt:lpstr>Overview</vt:lpstr>
      <vt:lpstr>Basic Gameplay</vt:lpstr>
      <vt:lpstr>UI</vt:lpstr>
      <vt:lpstr>Upgrade tree</vt:lpstr>
      <vt:lpstr>Add pieces to the board</vt:lpstr>
      <vt:lpstr>Change the size of the board</vt:lpstr>
      <vt:lpstr>Adds pieces from other games</vt:lpstr>
      <vt:lpstr>Sacrifice pieces</vt:lpstr>
      <vt:lpstr>Buff</vt:lpstr>
      <vt:lpstr>Debuff</vt:lpstr>
      <vt:lpstr>Ruling</vt:lpstr>
      <vt:lpstr>Art</vt:lpstr>
      <vt:lpstr>Audio</vt:lpstr>
      <vt:lpstr>Prototype Gameplay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Rodrigo Lameiras Grilo Valente</dc:creator>
  <cp:lastModifiedBy>Rodrigo Lameiras Grilo Valente</cp:lastModifiedBy>
  <cp:revision>44</cp:revision>
  <dcterms:created xsi:type="dcterms:W3CDTF">2026-03-01T10:58:24Z</dcterms:created>
  <dcterms:modified xsi:type="dcterms:W3CDTF">2026-04-25T20:34:13Z</dcterms:modified>
</cp:coreProperties>
</file>